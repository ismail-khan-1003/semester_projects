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1421-F94E-F187-CF12-FAD7C0A80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BB211-6A88-8A30-A754-E14DDEDC9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4BC1A-5182-FC79-3FAA-D27D119A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7CF5D-4281-FD83-F2F8-12DF796E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8D7A4-6489-3162-37A3-D96E6307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4557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3459-2F65-FDF0-0D0F-2BF2BE5A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0434C-0816-F55F-6C21-33FFCB731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57A24-6C09-B8DE-7E42-327359C7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290B7-AF9B-B66E-D200-0FDD4354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2C8AC-0604-5AF7-2188-D4811A1AD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0421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CB8F-2A62-9CFC-70A4-B7D0DBF7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6912B-F081-037D-CC33-3941FD9BF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E0ED-DBA0-8AF6-1EA2-3C043933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19523-A2FF-D7ED-CA2A-FA8C99D8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CF3BA-9814-CB0A-65F1-E28B2F4E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752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1255-5EC0-54EF-5157-87D8ED6E1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F03C5-8ABC-0816-6E43-6C1833EEF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69BB6-AE3A-DCA7-7C4C-9D17FEBBA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39902-2BF3-16D1-9753-2484E486D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ED372-D51C-6D21-1F46-E5C801AB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3C9F4-017A-C972-33C3-63EF8B71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8176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58A3-23CD-3BF6-6624-C6A2D21F8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303FE-B9FB-61A8-4619-09B4FFE74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2FB79-3315-B1F3-03BE-583CDD0F3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FA15D9-C84A-110D-1DD5-74B18DEFA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0F8A1-10FF-CF05-02A0-6E8612637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F9B514-78F3-4E6B-E558-033C52352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C1E5C-3C28-5E4D-7348-3D12870C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E869B9-E65D-7116-4303-4F024CF6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9157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F01D4-143A-AB64-7A3B-1FC72747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443F0-1A61-13EC-178E-AFA8717B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7D4C4-21EB-4DA7-D812-95EE8D10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8B55C-4460-745C-5C1F-2009D79CB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3234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A5D3DB-3066-BB0D-178F-4968C77A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0BDF08-F246-A7C2-066C-355CDB26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FCBF4-D367-987E-EC48-88E78334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2655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F970-3479-2927-79D7-97A7DDA68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63D5C-179D-4FEA-8C09-761A2760E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2D3A2-A48E-8C1A-052B-7CD4323E9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AAD89-2EAD-98CE-B489-9FB9AB6A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BFCCE-CDBF-C832-5739-289CE4A6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93AC6-63D8-FE30-714A-8662037F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7625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4DC4-F86D-7D4B-3C64-7706F7C2B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5EE44-337E-45F9-90E6-560A7769E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FA8CE-E848-3C7B-657F-32854F48F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E8DDD-5783-33C4-E41A-D940C61C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17ABC-BB56-342E-3161-02EC4287D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989AC-EFF0-64FA-B2E6-D4B02FF1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0693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8AFD-8166-709B-31C0-7F696FAC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51E53-1A25-A79F-F39C-226D224EF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98CA1-B954-253A-88BA-EEA2242F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769B2-BFC4-ACA7-4641-FF8B1D60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43C12-3404-3FE1-AB21-FA0479A1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6940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77430-AAC0-9802-FC26-2F66B49DE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1B3B9-EEA1-B902-83FF-F4A41D4BC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F93D6-1924-6177-F602-639C9B44B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D63C6-A515-55CB-6A81-078606EB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BE420-6D30-7A8C-D0C8-69CA3557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5871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FA2DE-3043-A4C9-2C7F-3087BD09E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9B518-336E-84BD-8CEA-6BD5AD123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88888-1137-269B-1B21-0DEA751BB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685CB-1D8E-4A56-BB17-CDDA1653219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C41A0-2D8D-FBFF-8ABF-460FD28DF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E1D70-CD57-C9DF-67D4-5B3C77E50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4F10D-4D99-482A-B310-AE7500C8D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05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86B6-FE06-5BD0-E5CF-A2D39C9B8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sz="4400" b="1" dirty="0"/>
              <a:t>Hospital Management System.</a:t>
            </a:r>
            <a:endParaRPr lang="en-US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D58C9-183A-5389-BDB0-36FCB8BDF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1669" y="3509963"/>
            <a:ext cx="4972594" cy="1655762"/>
          </a:xfrm>
        </p:spPr>
        <p:txBody>
          <a:bodyPr>
            <a:norm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sz="2000" b="1" dirty="0"/>
              <a:t>By </a:t>
            </a:r>
            <a:r>
              <a:rPr lang="en-GB" sz="2000" b="1" dirty="0" err="1"/>
              <a:t>M.ismail</a:t>
            </a:r>
            <a:r>
              <a:rPr lang="en-GB" sz="2000" b="1" dirty="0"/>
              <a:t> khan &amp;&amp; Taha Khattak </a:t>
            </a:r>
          </a:p>
          <a:p>
            <a:pPr marL="342900" indent="-342900" algn="ctr">
              <a:buFont typeface="Wingdings" panose="05000000000000000000" pitchFamily="2" charset="2"/>
              <a:buChar char="v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sz="2000" b="1" dirty="0"/>
              <a:t>Batch (2025-2029)</a:t>
            </a:r>
          </a:p>
          <a:p>
            <a:pPr marL="342900" indent="-342900" algn="ctr">
              <a:buFont typeface="Wingdings" panose="05000000000000000000" pitchFamily="2" charset="2"/>
              <a:buChar char="v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sz="2000" b="1" dirty="0"/>
              <a:t>BSDS GROUP B 1</a:t>
            </a:r>
            <a:r>
              <a:rPr lang="en-GB" sz="2000" b="1" baseline="30000" dirty="0"/>
              <a:t>ST</a:t>
            </a:r>
            <a:r>
              <a:rPr lang="en-GB" sz="2000" b="1" dirty="0"/>
              <a:t> SEMESTER</a:t>
            </a: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3897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E7A5-2E87-C5FE-930B-2ED04A8C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b="1" dirty="0"/>
              <a:t>Modules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CDB82-258F-7F7C-02D1-E710EF37F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Doctor details module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Nurse details module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Other staff details module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Book appointment module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Patient management module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Medicine shop module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Exit 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9243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4FA6-A364-835D-4898-7437F203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b="1" dirty="0"/>
              <a:t>Doctor details module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4CE68-5454-2EDD-D4B8-E385C2AB8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Doctor name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Doctor specialization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University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Batch 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Contact 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Work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7733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A659-0F25-8898-7641-E5DBBD0A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b="1" dirty="0"/>
              <a:t>Nurse details module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688DD-906E-7721-4F95-D3B451155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Nurse name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Nurse shift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Duty in ward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sz="3600" b="1" dirty="0"/>
              <a:t>Other staff details module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Name 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Role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0629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3C97-FD07-B874-8733-D67EEE08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b="1" dirty="0"/>
              <a:t>Book appointment module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65A84-EC66-EDF5-4729-8A6888F9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709"/>
            <a:ext cx="10515600" cy="4644254"/>
          </a:xfrm>
        </p:spPr>
        <p:txBody>
          <a:bodyPr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Display doctor list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Book appointment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View appointment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Exit (return back to main menu)</a:t>
            </a:r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sz="4000" b="1" dirty="0"/>
              <a:t>Patient management module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Add patient 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Update patient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Delete patient 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View patient  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Exit (return back to main menu)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endParaRPr lang="en-GB" dirty="0"/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endParaRPr lang="en-GB" sz="4000" dirty="0"/>
          </a:p>
          <a:p>
            <a:pPr marL="0" indent="0" algn="ctr">
              <a:buNone/>
              <a:defRPr sz="2000">
                <a:solidFill>
                  <a:srgbClr val="FFFFFF"/>
                </a:solidFill>
                <a:latin typeface="Calibri"/>
              </a:defRPr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76129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3D79-7005-C49B-969D-A0FE67286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b="1" dirty="0"/>
              <a:t>Medicine shop module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364E4-3F2B-27A4-7A4F-216E38A68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992597"/>
          </a:xfrm>
        </p:spPr>
        <p:txBody>
          <a:bodyPr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Medicine bill 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Update medicine bill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Delete medicine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View total bill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exit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7969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76B7-4394-9ACC-65F6-AF904513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b="1" dirty="0"/>
              <a:t>Concepts which I use in my project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9F152-E23D-C52C-9277-C85F2D224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Input / output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All data type (</a:t>
            </a:r>
            <a:r>
              <a:rPr lang="en-GB" dirty="0" err="1"/>
              <a:t>int,char,bool,string</a:t>
            </a:r>
            <a:r>
              <a:rPr lang="en-GB" dirty="0"/>
              <a:t>)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Assignment operator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 err="1"/>
              <a:t>Compersion</a:t>
            </a:r>
            <a:r>
              <a:rPr lang="en-GB" dirty="0"/>
              <a:t> operator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Increment /  decrement 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If &amp; else statement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Switch statement 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Loops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Nested loop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Function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Array</a:t>
            </a:r>
          </a:p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99957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877F4-68CC-9083-230A-514DFF07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17419-AFE3-DE71-3735-FEBC7DFBE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  <a:defRPr sz="3200" b="1">
                <a:solidFill>
                  <a:srgbClr val="FFFFFF"/>
                </a:solidFill>
                <a:latin typeface="Calibri"/>
              </a:defRPr>
            </a:pPr>
            <a:endParaRPr lang="en-GB" dirty="0"/>
          </a:p>
          <a:p>
            <a:pPr marL="0" indent="0"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	</a:t>
            </a:r>
            <a:r>
              <a:rPr lang="en-GB" sz="4000" dirty="0"/>
              <a:t>Thank you</a:t>
            </a:r>
          </a:p>
          <a:p>
            <a:pPr marL="0" indent="0"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GB" sz="4000" dirty="0"/>
              <a:t>		</a:t>
            </a:r>
            <a:r>
              <a:rPr lang="en-GB" sz="3200" dirty="0"/>
              <a:t>if you have any question your welcome.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6891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174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Hospital Management System.</vt:lpstr>
      <vt:lpstr>Modules</vt:lpstr>
      <vt:lpstr>Doctor details module</vt:lpstr>
      <vt:lpstr>Nurse details module</vt:lpstr>
      <vt:lpstr>Book appointment module</vt:lpstr>
      <vt:lpstr>Medicine shop module</vt:lpstr>
      <vt:lpstr>Concepts which I use in my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System.</dc:title>
  <dc:creator>HP</dc:creator>
  <cp:lastModifiedBy>HP</cp:lastModifiedBy>
  <cp:revision>36</cp:revision>
  <dcterms:created xsi:type="dcterms:W3CDTF">2025-12-23T15:28:58Z</dcterms:created>
  <dcterms:modified xsi:type="dcterms:W3CDTF">2025-12-27T16:02:09Z</dcterms:modified>
</cp:coreProperties>
</file>