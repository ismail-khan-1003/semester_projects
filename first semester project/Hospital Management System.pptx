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4599F94E-CEE6-441E-89CC-EB005ECD8F06}">
      <a14:m xmlns:a14="http://schemas.microsoft.com/office/drawing/2010/main">
        <m:mathPr xmlns:m="http://schemas.openxmlformats.org/officeDocument/2006/math">
          <m:brkBin m:val="before"/>
          <m:brkBinSub m:val="--"/>
        </m:mathPr>
      </a14:m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73" d="100"/>
          <a:sy n="73" d="100"/>
        </p:scale>
        <p:origin x="40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01421-F94E-F187-CF12-FAD7C0A807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EBB211-6A88-8A30-A754-E14DDEDC9F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D4BC1A-5182-FC79-3FAA-D27D119AF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685CB-1D8E-4A56-BB17-CDDA1653219E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F7CF5D-4281-FD83-F2F8-12DF796EC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58D7A4-6489-3162-37A3-D96E63076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4F10D-4D99-482A-B310-AE7500C8D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945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03459-2F65-FDF0-0D0F-2BF2BE5A7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0434C-0816-F55F-6C21-33FFCB731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657A24-6C09-B8DE-7E42-327359C70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685CB-1D8E-4A56-BB17-CDDA1653219E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7290B7-AF9B-B66E-D200-0FDD4354D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B2C8AC-0604-5AF7-2188-D4811A1AD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4F10D-4D99-482A-B310-AE7500C8D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004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8CB8F-2A62-9CFC-70A4-B7D0DBF72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A6912B-F081-037D-CC33-3941FD9BFE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B8E0ED-DBA0-8AF6-1EA2-3C0439337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685CB-1D8E-4A56-BB17-CDDA1653219E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019523-A2FF-D7ED-CA2A-FA8C99D8F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5CF3BA-9814-CB0A-65F1-E28B2F4ED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4F10D-4D99-482A-B310-AE7500C8D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47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11255-5EC0-54EF-5157-87D8ED6E1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BF03C5-8ABC-0816-6E43-6C1833EEFE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F69BB6-AE3A-DCA7-7C4C-9D17FEBBAD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39902-2BF3-16D1-9753-2484E486D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685CB-1D8E-4A56-BB17-CDDA1653219E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2ED372-D51C-6D21-1F46-E5C801AB8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F3C9F4-017A-C972-33C3-63EF8B71D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4F10D-4D99-482A-B310-AE7500C8D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281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B58A3-23CD-3BF6-6624-C6A2D21F8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C303FE-B9FB-61A8-4619-09B4FFE747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C2FB79-3315-B1F3-03BE-583CDD0F39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FA15D9-C84A-110D-1DD5-74B18DEFA0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10F8A1-10FF-CF05-02A0-6E86126371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F9B514-78F3-4E6B-E558-033C52352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685CB-1D8E-4A56-BB17-CDDA1653219E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DC1E5C-3C28-5E4D-7348-3D12870CD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E869B9-E65D-7116-4303-4F024CF6B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4F10D-4D99-482A-B310-AE7500C8D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191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F01D4-143A-AB64-7A3B-1FC727473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B443F0-1A61-13EC-178E-AFA8717BA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685CB-1D8E-4A56-BB17-CDDA1653219E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C7D4C4-21EB-4DA7-D812-95EE8D10C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A8B55C-4460-745C-5C1F-2009D79CB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4F10D-4D99-482A-B310-AE7500C8D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432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A5D3DB-3066-BB0D-178F-4968C77A4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685CB-1D8E-4A56-BB17-CDDA1653219E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0BDF08-F246-A7C2-066C-355CDB26F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EFCBF4-D367-987E-EC48-88E78334D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4F10D-4D99-482A-B310-AE7500C8D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326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0F970-3479-2927-79D7-97A7DDA68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563D5C-179D-4FEA-8C09-761A2760E5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C2D3A2-A48E-8C1A-052B-7CD4323E94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4AAD89-2EAD-98CE-B489-9FB9AB6AF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685CB-1D8E-4A56-BB17-CDDA1653219E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4BFCCE-CDBF-C832-5739-289CE4A6B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D93AC6-63D8-FE30-714A-8662037F8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4F10D-4D99-482A-B310-AE7500C8D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776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84DC4-F86D-7D4B-3C64-7706F7C2B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25EE44-337E-45F9-90E6-560A7769E6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DFA8CE-E848-3C7B-657F-32854F48F7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4E8DDD-5783-33C4-E41A-D940C61C3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685CB-1D8E-4A56-BB17-CDDA1653219E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517ABC-BB56-342E-3161-02EC4287D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C989AC-EFF0-64FA-B2E6-D4B02FF19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4F10D-4D99-482A-B310-AE7500C8D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506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68AFD-8166-709B-31C0-7F696FAC5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551E53-1A25-A79F-F39C-226D224EF3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B98CA1-B954-253A-88BA-EEA2242FF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685CB-1D8E-4A56-BB17-CDDA1653219E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3769B2-BFC4-ACA7-4641-FF8B1D60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43C12-3404-3FE1-AB21-FA0479A13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4F10D-4D99-482A-B310-AE7500C8D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569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A77430-AAC0-9802-FC26-2F66B49DE1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91B3B9-EEA1-B902-83FF-F4A41D4BCA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FF93D6-1924-6177-F602-639C9B44B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685CB-1D8E-4A56-BB17-CDDA1653219E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0D63C6-A515-55CB-6A81-078606EBD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1BE420-6D30-7A8C-D0C8-69CA35575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4F10D-4D99-482A-B310-AE7500C8D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858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CFA2DE-3043-A4C9-2C7F-3087BD09E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89B518-336E-84BD-8CEA-6BD5AD123E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088888-1137-269B-1B21-0DEA751BBD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5685CB-1D8E-4A56-BB17-CDDA1653219E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8C41A0-2D8D-FBFF-8ABF-460FD28DF2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EE1D70-CD57-C9DF-67D4-5B3C77E501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4F10D-4D99-482A-B310-AE7500C8D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905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F86B6-FE06-5BD0-E5CF-A2D39C9B8C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4400" b="1" dirty="0"/>
              <a:t>Hospital Management System.</a:t>
            </a:r>
            <a:endParaRPr lang="en-US" sz="44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5D58C9-183A-5389-BDB0-36FCB8BDF2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41669" y="3509963"/>
            <a:ext cx="4972594" cy="1655762"/>
          </a:xfrm>
        </p:spPr>
        <p:txBody>
          <a:bodyPr/>
          <a:lstStyle/>
          <a:p>
            <a:pPr marL="342900" indent="-342900" algn="r">
              <a:buFont typeface="Wingdings" panose="05000000000000000000" pitchFamily="2" charset="2"/>
              <a:buChar char="v"/>
            </a:pPr>
            <a:r>
              <a:rPr lang="en-GB" b="1" dirty="0"/>
              <a:t>By </a:t>
            </a:r>
            <a:r>
              <a:rPr lang="en-GB" b="1" dirty="0" err="1"/>
              <a:t>m.ismail</a:t>
            </a:r>
            <a:r>
              <a:rPr lang="en-GB" b="1" dirty="0"/>
              <a:t> khan &amp;&amp; taha Khattak</a:t>
            </a:r>
          </a:p>
          <a:p>
            <a:pPr marL="342900" indent="-342900" algn="r">
              <a:buFont typeface="Wingdings" panose="05000000000000000000" pitchFamily="2" charset="2"/>
              <a:buChar char="v"/>
            </a:pPr>
            <a:r>
              <a:rPr lang="en-GB" b="1" dirty="0"/>
              <a:t>Batch (2025-2029)</a:t>
            </a:r>
          </a:p>
          <a:p>
            <a:pPr marL="342900" indent="-342900" algn="r">
              <a:buFont typeface="Wingdings" panose="05000000000000000000" pitchFamily="2" charset="2"/>
              <a:buChar char="v"/>
            </a:pPr>
            <a:r>
              <a:rPr lang="en-GB" b="1" dirty="0"/>
              <a:t>BSDS GROUP B 1</a:t>
            </a:r>
            <a:r>
              <a:rPr lang="en-GB" b="1" baseline="30000" dirty="0"/>
              <a:t>ST</a:t>
            </a:r>
            <a:r>
              <a:rPr lang="en-GB" b="1" dirty="0"/>
              <a:t> SEMESTER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72389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5E7A5-2E87-C5FE-930B-2ED04A8C3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Modules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DCDB82-258F-7F7C-02D1-E710EF37F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Doctor details module</a:t>
            </a:r>
          </a:p>
          <a:p>
            <a:r>
              <a:rPr lang="en-GB" dirty="0"/>
              <a:t>Nurse details module</a:t>
            </a:r>
          </a:p>
          <a:p>
            <a:r>
              <a:rPr lang="en-GB" dirty="0"/>
              <a:t>Other staff details module</a:t>
            </a:r>
          </a:p>
          <a:p>
            <a:r>
              <a:rPr lang="en-GB" dirty="0"/>
              <a:t>Book appointment module</a:t>
            </a:r>
          </a:p>
          <a:p>
            <a:r>
              <a:rPr lang="en-GB" dirty="0"/>
              <a:t>Patient management module</a:t>
            </a:r>
          </a:p>
          <a:p>
            <a:r>
              <a:rPr lang="en-GB" dirty="0"/>
              <a:t>Medicine shop module</a:t>
            </a:r>
          </a:p>
          <a:p>
            <a:r>
              <a:rPr lang="en-GB" dirty="0"/>
              <a:t>Exit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5924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F4FA6-A364-835D-4898-7437F203B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Doctor details module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74CE68-5454-2EDD-D4B8-E385C2AB82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Doctor name</a:t>
            </a:r>
          </a:p>
          <a:p>
            <a:r>
              <a:rPr lang="en-GB" dirty="0"/>
              <a:t>Doctor specialization</a:t>
            </a:r>
          </a:p>
          <a:p>
            <a:r>
              <a:rPr lang="en-GB" dirty="0"/>
              <a:t>University</a:t>
            </a:r>
          </a:p>
          <a:p>
            <a:r>
              <a:rPr lang="en-GB" dirty="0"/>
              <a:t>Batch </a:t>
            </a:r>
          </a:p>
          <a:p>
            <a:r>
              <a:rPr lang="en-GB" dirty="0"/>
              <a:t>Contact </a:t>
            </a:r>
          </a:p>
          <a:p>
            <a:r>
              <a:rPr lang="en-GB" dirty="0"/>
              <a:t>Work experience</a:t>
            </a:r>
          </a:p>
        </p:txBody>
      </p:sp>
    </p:spTree>
    <p:extLst>
      <p:ext uri="{BB962C8B-B14F-4D97-AF65-F5344CB8AC3E}">
        <p14:creationId xmlns:p14="http://schemas.microsoft.com/office/powerpoint/2010/main" val="2905773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5A659-0F25-8898-7641-E5DBBD0A0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Nurse details module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8688DD-906E-7721-4F95-D3B451155A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Nurse name</a:t>
            </a:r>
          </a:p>
          <a:p>
            <a:r>
              <a:rPr lang="en-GB" dirty="0"/>
              <a:t>Nurse shift</a:t>
            </a:r>
          </a:p>
          <a:p>
            <a:r>
              <a:rPr lang="en-GB" dirty="0"/>
              <a:t>Duty in ward</a:t>
            </a:r>
          </a:p>
          <a:p>
            <a:pPr marL="0" indent="0">
              <a:buNone/>
            </a:pPr>
            <a:r>
              <a:rPr lang="en-GB" sz="3600" b="1" dirty="0"/>
              <a:t>Other staff details module</a:t>
            </a:r>
          </a:p>
          <a:p>
            <a:r>
              <a:rPr lang="en-GB" dirty="0"/>
              <a:t>Name </a:t>
            </a:r>
          </a:p>
          <a:p>
            <a:r>
              <a:rPr lang="en-GB" dirty="0"/>
              <a:t>Role </a:t>
            </a:r>
          </a:p>
        </p:txBody>
      </p:sp>
    </p:spTree>
    <p:extLst>
      <p:ext uri="{BB962C8B-B14F-4D97-AF65-F5344CB8AC3E}">
        <p14:creationId xmlns:p14="http://schemas.microsoft.com/office/powerpoint/2010/main" val="2522062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43C97-FD07-B874-8733-D67EEE08A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Book appointment module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C65A84-EC66-EDF5-4729-8A6888F957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2709"/>
            <a:ext cx="10515600" cy="4644254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Display doctor list</a:t>
            </a:r>
          </a:p>
          <a:p>
            <a:r>
              <a:rPr lang="en-GB" dirty="0"/>
              <a:t>Book appointment</a:t>
            </a:r>
          </a:p>
          <a:p>
            <a:r>
              <a:rPr lang="en-GB" dirty="0"/>
              <a:t>View appointment</a:t>
            </a:r>
          </a:p>
          <a:p>
            <a:r>
              <a:rPr lang="en-GB" dirty="0"/>
              <a:t>Exit (return back to main menu)</a:t>
            </a:r>
          </a:p>
          <a:p>
            <a:pPr marL="0" indent="0">
              <a:buNone/>
            </a:pPr>
            <a:r>
              <a:rPr lang="en-GB" sz="4000" b="1" dirty="0"/>
              <a:t>Patient management module</a:t>
            </a:r>
          </a:p>
          <a:p>
            <a:r>
              <a:rPr lang="en-GB" dirty="0"/>
              <a:t>Add patient </a:t>
            </a:r>
          </a:p>
          <a:p>
            <a:r>
              <a:rPr lang="en-GB" dirty="0"/>
              <a:t>Update patient</a:t>
            </a:r>
          </a:p>
          <a:p>
            <a:r>
              <a:rPr lang="en-GB" dirty="0"/>
              <a:t>Delete patient </a:t>
            </a:r>
          </a:p>
          <a:p>
            <a:r>
              <a:rPr lang="en-GB" dirty="0"/>
              <a:t>View patient  </a:t>
            </a:r>
          </a:p>
          <a:p>
            <a:r>
              <a:rPr lang="en-GB" dirty="0"/>
              <a:t>Exit (return back to main menu)</a:t>
            </a:r>
          </a:p>
          <a:p>
            <a:endParaRPr lang="en-GB" dirty="0"/>
          </a:p>
          <a:p>
            <a:endParaRPr lang="en-GB" sz="40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76129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C3D79-7005-C49B-969D-A0FE67286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2155"/>
          </a:xfrm>
        </p:spPr>
        <p:txBody>
          <a:bodyPr>
            <a:normAutofit/>
          </a:bodyPr>
          <a:lstStyle/>
          <a:p>
            <a:r>
              <a:rPr lang="en-GB" b="1" dirty="0"/>
              <a:t>Medicine shop module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C364E4-3F2B-27A4-7A4F-216E38A68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4366"/>
            <a:ext cx="10515600" cy="4992597"/>
          </a:xfrm>
        </p:spPr>
        <p:txBody>
          <a:bodyPr/>
          <a:lstStyle/>
          <a:p>
            <a:r>
              <a:rPr lang="en-GB" dirty="0"/>
              <a:t>Medicine bill </a:t>
            </a:r>
          </a:p>
          <a:p>
            <a:r>
              <a:rPr lang="en-GB" dirty="0"/>
              <a:t>Update medicine bill</a:t>
            </a:r>
          </a:p>
          <a:p>
            <a:r>
              <a:rPr lang="en-GB" dirty="0"/>
              <a:t>Delete medicine</a:t>
            </a:r>
          </a:p>
          <a:p>
            <a:r>
              <a:rPr lang="en-GB" dirty="0"/>
              <a:t>View total bill</a:t>
            </a:r>
          </a:p>
          <a:p>
            <a:r>
              <a:rPr lang="en-GB" dirty="0"/>
              <a:t>exit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2796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176B7-4394-9ACC-65F6-AF9045134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5035"/>
          </a:xfrm>
        </p:spPr>
        <p:txBody>
          <a:bodyPr/>
          <a:lstStyle/>
          <a:p>
            <a:r>
              <a:rPr lang="en-GB" b="1" dirty="0"/>
              <a:t>Concepts which I use in my project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9F152-E23D-C52C-9277-C85F2D224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0160"/>
            <a:ext cx="10515600" cy="4896803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Input / output</a:t>
            </a:r>
          </a:p>
          <a:p>
            <a:r>
              <a:rPr lang="en-GB" dirty="0"/>
              <a:t>All data type (</a:t>
            </a:r>
            <a:r>
              <a:rPr lang="en-GB" dirty="0" err="1"/>
              <a:t>int,char,bool,string</a:t>
            </a:r>
            <a:r>
              <a:rPr lang="en-GB" dirty="0"/>
              <a:t>)</a:t>
            </a:r>
          </a:p>
          <a:p>
            <a:r>
              <a:rPr lang="en-GB" dirty="0"/>
              <a:t>Assignment operator</a:t>
            </a:r>
          </a:p>
          <a:p>
            <a:r>
              <a:rPr lang="en-GB" dirty="0" err="1"/>
              <a:t>Compersion</a:t>
            </a:r>
            <a:r>
              <a:rPr lang="en-GB" dirty="0"/>
              <a:t> operator</a:t>
            </a:r>
          </a:p>
          <a:p>
            <a:r>
              <a:rPr lang="en-GB" dirty="0"/>
              <a:t>Increment /  decrement </a:t>
            </a:r>
          </a:p>
          <a:p>
            <a:r>
              <a:rPr lang="en-GB" dirty="0"/>
              <a:t>If &amp; else statement</a:t>
            </a:r>
          </a:p>
          <a:p>
            <a:r>
              <a:rPr lang="en-GB" dirty="0"/>
              <a:t>Switch statement </a:t>
            </a:r>
          </a:p>
          <a:p>
            <a:r>
              <a:rPr lang="en-GB" dirty="0"/>
              <a:t>Loops</a:t>
            </a:r>
          </a:p>
          <a:p>
            <a:r>
              <a:rPr lang="en-GB" dirty="0"/>
              <a:t>Nested loop</a:t>
            </a:r>
          </a:p>
          <a:p>
            <a:r>
              <a:rPr lang="en-GB" dirty="0"/>
              <a:t>Function</a:t>
            </a:r>
          </a:p>
          <a:p>
            <a:r>
              <a:rPr lang="en-GB" dirty="0"/>
              <a:t>Array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9957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877F4-68CC-9083-230A-514DFF07E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17419-AFE3-DE71-3735-FEBC7DFBE4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	</a:t>
            </a:r>
            <a:r>
              <a:rPr lang="en-GB" sz="4000" dirty="0"/>
              <a:t>Thank you</a:t>
            </a:r>
          </a:p>
          <a:p>
            <a:pPr marL="0" indent="0">
              <a:buNone/>
            </a:pPr>
            <a:r>
              <a:rPr lang="en-GB" sz="4000" dirty="0"/>
              <a:t>		</a:t>
            </a:r>
            <a:r>
              <a:rPr lang="en-GB" sz="3200" dirty="0"/>
              <a:t>if you have any question </a:t>
            </a:r>
            <a:r>
              <a:rPr lang="en-GB" sz="3200"/>
              <a:t>your welcome.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826891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174</Words>
  <Application>Microsoft Office PowerPoint</Application>
  <PresentationFormat>Widescreen</PresentationFormat>
  <Paragraphs>59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Wingdings</vt:lpstr>
      <vt:lpstr>Office Theme</vt:lpstr>
      <vt:lpstr>Hospital Management System.</vt:lpstr>
      <vt:lpstr>Modules</vt:lpstr>
      <vt:lpstr>Doctor details module</vt:lpstr>
      <vt:lpstr>Nurse details module</vt:lpstr>
      <vt:lpstr>Book appointment module</vt:lpstr>
      <vt:lpstr>Medicine shop module</vt:lpstr>
      <vt:lpstr>Concepts which I use in my project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Management System.</dc:title>
  <dc:creator>HP</dc:creator>
  <cp:lastModifiedBy>HP</cp:lastModifiedBy>
  <cp:revision>17</cp:revision>
  <dcterms:created xsi:type="dcterms:W3CDTF">2025-12-23T15:28:58Z</dcterms:created>
  <dcterms:modified xsi:type="dcterms:W3CDTF">2025-12-23T16:17:57Z</dcterms:modified>
</cp:coreProperties>
</file>